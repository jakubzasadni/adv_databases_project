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2E8F0"/>
                </a:solidFill>
              </a:rPr>
              <a:t>Global Earthquake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B82F6"/>
                </a:solidFill>
              </a:rPr>
              <a:t>Globalny Monitor Trzęsień Ziemi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383280"/>
            <a:ext cx="39593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System for collecting, storing and visualising seismic event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</a:rPr>
              <a:t>Advanced Databases | Final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</a:rPr>
              <a:t>Dawid Świgut  ·  Krzysztof Witek  ·  Jakub Zasadni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Project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Koncepcja projektu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Project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Koncepcja projektu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Automated logging of earthquake data from the public USGS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Storage in a relational PostgreSQL 16 database (Docker)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Export to static JSON files updated every hour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Interactive dashboard with client-side filtering and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Hosted on GitHub Pages – no backend server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Containerised with Docker Compose – portable and easy to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Źródło danych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Data source – USGS Earthquake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Źródło danych – USGS Earthquake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Provider: United States Geological Survey (USGS) – public API, no key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Endpoint: https://earthquake.usgs.gov/fdsnws/event/1/query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Format: GeoJSON – each feature represents one seismic 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Historical mode: data from 2020 to present, fetched in 30-day batches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Live mode: automatic sync of the last 7 days every hour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Over 204,570 seismic events collected in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Architektura systemu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Architektura systemu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Technologies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2199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USGS API (GeoJSON)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5234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Python Collector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PostgreSQL 16 (Docker)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Python Exporter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Static JSON files (docs/data/)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7375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GitHub Pages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21992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psycopg2-binary 2.9.9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52344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requests 2.32.3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82696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python-dotenv 1.0.1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Plotly.js 2.32.0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43400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788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Leaflet.js 1.9.4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73752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Docker &amp; Docker Compose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Schemat bazy danych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Database schema – earthquakes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Schemat bazy danych – tabela earthquakes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id (PK) – unique USGS event identifier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time (TIMESTAMPTZ) – event timestamp in UTC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magnitude / mag_type – strength and scale type (ml, mw, mb…)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latitude / longitude / depth – coordinates and depth [km]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place – human-readable location (e.g. '10km NW of Norcia, Italy')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alert – alert level: green / yellow / orange / 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01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tsunami (BOOLEAN) – tsunami warning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3328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686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significance – event significance index (0–1000+)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Wizualizacje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Visualization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Metody wizualizacji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Spatial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Time series &amp; quantitative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2199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Interactive map (Leaflet.js)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5234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Markers colour-coded by magnitude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Popup with full event details on click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OpenStreetMap as base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21992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Daily bar chart (time series, 90 days)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52344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Magnitude distribution histogram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82696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4 KPI cards (total, avg, max, tsunami)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Table of 200 latest events with filter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Data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Filtrowanie danych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Data filtering – 7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Filtrowanie danych – 7 sposobów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📅  Date range –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21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Zakres dat (od)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691640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8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📅  Date range –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2121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Zakres dat (do)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91640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📊  Minimum magnitude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121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Minimalna magnituda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70048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34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📊  Maximum magnitude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Maksymalna magnituda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670048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8" y="2734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⬇️  Maximum depth [km]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3099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Maksymalna głębokość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670048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734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🚨  Alert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099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Poziom alertu (green/yellow/orange/red)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48456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124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🌊  Tsunami 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07822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Ostrzeżenie tsunami (tak / nie)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Data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Statystyki danych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Collected data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Statystyki zgromadzonych danych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</a:rPr>
              <a:t>204 570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Total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Zdarzeń łącznie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2C55E"/>
                </a:solidFill>
              </a:rPr>
              <a:t>1.54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Avg. magnitude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Śr. magnituda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M 7.7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Max magnitude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Maks. magnituda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97316"/>
                </a:solidFill>
              </a:rPr>
              <a:t>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Tsunami warnings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Ostrzeżeń tsunami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Podsumowanie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Podsumowanie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Complete pipeline: API → database → visualisation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All requirements met: data logging, 3 analysis types (time series, spatial, quantitative)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7 filters available (requirement: minimum 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204,570 seismic events from 2020–2025 stored in the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Live dashboard: https://jakubzasadni.github.io/ADV_DATABASES_PROJECT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Source code on GitHub, launched with a single command: docker compose 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2E8F0"/>
                </a:solidFill>
              </a:rPr>
              <a:t>Thank you for your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</a:rPr>
              <a:t>Dziękujemy za uwagę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749039"/>
            <a:ext cx="4873752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B82F6"/>
                </a:solidFill>
              </a:rPr>
              <a:t>https://jakubzasadni.github.io/ADV_DATABASES_PROJECT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