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2E8F0"/>
                </a:solidFill>
              </a:rPr>
              <a:t>Globalny Monitor Trzęsień Ziemi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B82F6"/>
                </a:solidFill>
              </a:rPr>
              <a:t>Global Earthquake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383280"/>
            <a:ext cx="39593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System zbierania, przechowywania i wizualizacji danych sejsmicznych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Zaawansowane Bazy Danych | Projekt Zaliczeniowy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</a:rPr>
              <a:t>Dawid Świgut  ·  Krzysztof Witek  ·  Jakub Zasadni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Koncepcja projektu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Project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Koncepcja projektu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Project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Automatyczne logowanie danych o trzęsieniach ziemi z publicznego API USGS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Przechowywanie danych w relacyjnej bazie PostgreSQL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Eksport danych do statycznych plików JSON (aktualizacja co 1h)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Interaktywny dashboard z wizualizacjami i filtrowaniem po stronie klienta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Hostowanie dashboardu na GitHub Pages bez potrzeby backendu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Architektura kontenerowa Docker – przenośna i łatwa w uruchomieniu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Źródło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Data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Źródło danych – USGS Earthquake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Data source – USGS Earthquake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Dostawca: United States Geological Survey (USGS) – publiczne API, bez klucza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URL: https://earthquake.usgs.gov/fdsnws/event/1/query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Format: GeoJSON – każdy rekord to jedno zdarzenie sejsmiczne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Zakres historyczny: dane od 2020 r. do dziś, pobierane paczkami po 30 dni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Tryb live: automatyczna synchronizacja ostatnich 7 dni co godzinę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Łącznie zgromadzono ponad 204 570 zdarzeń sejsmicznych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Architektura systemu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Architektura systemu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Pipeline danych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Technologie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USGS API (GeoJSON)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5234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Python Collector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PostgreSQL 16 (Docker)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Python Exporter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Statyczne pliki JSON (docs/data/)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7375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GitHub Pages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2199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SQLAlchemy 2.0.36 (ORM)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52344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psycopg2-binary 2.9.9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82696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requests 2.32.3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Plotly.js 2.32.0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43400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788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Leaflet.js 1.9.4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7375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Docker &amp; Docker Compose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Schemat bazy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Database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Schemat bazy danych – model ORM Earthquake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Database schema – Earthquake ORM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id (PK) – unikalny identyfikator zdarzenia USGS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time (TIMESTAMPTZ) – czas wystąpienia trzęsienia (UTC)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magnitude / mag_type – siła i typ skali (ml, mw, mb…)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latitude / longitude / depth – współrzędne i głębokość [km]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place – opis słowny lokalizacji (np. '10km NW of Norcia, Italy')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alert – poziom alertu: green / yellow / orange / 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tsunami (BOOLEAN) – flaga ostrzeżenia przed tsunami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3328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686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significance – indeks istotności zdarzenia (0–1000+)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Wizualizacje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Visualizations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Metody wizualizacji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Visualization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Analiza przestrzenna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Analiza czasowa &amp; ilościowa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Mapa interaktywna (Leaflet.js)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5234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Markery kolorowane wg magnitudy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Popup z pełnymi danymi zdarzenia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OpenStreetMap jako warstwa bazowa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21992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057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Wykres dzienny (szereg czasowy, 90 dni)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52344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87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Histogram rozkładu magnitud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82696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1181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4 karty KPI (łącznie, śr., max, tsunami)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648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Tabela 200 ostatnich zdarzeń z filtrem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Filtrowanie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Data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Filtrowanie danych – 7 sposobów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Data filtering – 7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📅  Zakres dat (od)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Date range –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📅  Zakres dat (do)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Date range –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91640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📊  Minimalna magnituda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121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Minimum magnitude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📊  Maksymalna magnituda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Maximum magnitude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⬇️  Maksymalna głębokość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Maximum depth [km]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670048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7340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🚨  Poziom alertu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099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Alert level (green/yellow/orange/red)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48456"/>
            <a:ext cx="3200400" cy="777240"/>
          </a:xfrm>
          <a:prstGeom prst="rect">
            <a:avLst/>
          </a:prstGeom>
          <a:solidFill>
            <a:srgbClr val="1A1D2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124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</a:rPr>
              <a:t>🌊  Ostrzeżenie tsunami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07822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Tsunami warning (yes / no)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Statystyki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Data statistics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Statystyki zgromadzonych danych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Collected data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204 570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Zdarzeń łącznie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Total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1.54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Śr. magnituda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Avg. magnitude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M 7.7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Maks. magnituda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Max magnitude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828800"/>
            <a:ext cx="2468880" cy="1463040"/>
          </a:xfrm>
          <a:prstGeom prst="rect">
            <a:avLst/>
          </a:prstGeom>
          <a:solidFill>
            <a:srgbClr val="1A1D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9659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97316"/>
                </a:solidFill>
              </a:rPr>
              <a:t>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Ostrzeżeń tsunami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Tsunami warnings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3B82F6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Podsumowanie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60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</a:rPr>
              <a:t>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572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Kompletny pipeline: od API → baza danych → wizualizacja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Spełnienie wymagań: logowanie danych, 3 metody analizy (czasowa, przestrzenna, ilościowa)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7 filtrów (wymaganie: minimum 5) dostępnych w dashboardzie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204 570 zdarzeń sejsmicznych z lat 2020–2025 w bazie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Live dashboard: https://jakubzasadni.github.io/ADV_DATABASES_PROJECT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Kod źródłowy dostępny na GitHub, uruchomienie jedną komendą: docker compose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2E8F0"/>
                </a:solidFill>
              </a:rPr>
              <a:t>Dziękujemy za uwagę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</a:rPr>
              <a:t>Thank you for your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749039"/>
            <a:ext cx="4873752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B82F6"/>
                </a:solidFill>
              </a:rPr>
              <a:t>https://jakubzasadni.github.io/ADV_DATABASES_PROJECT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